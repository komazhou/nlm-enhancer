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192000" cy="762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47070"/>
            <a:ext cx="9144000" cy="26528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002264"/>
            <a:ext cx="9144000" cy="183973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976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436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99709"/>
            <a:ext cx="10515600" cy="31697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099404"/>
            <a:ext cx="10515600" cy="166687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02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28472"/>
            <a:ext cx="5181600" cy="48348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28472"/>
            <a:ext cx="5181600" cy="48348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42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05695"/>
            <a:ext cx="10515600" cy="14728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867959"/>
            <a:ext cx="5157787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783417"/>
            <a:ext cx="5157787" cy="409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867959"/>
            <a:ext cx="5183188" cy="91545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783417"/>
            <a:ext cx="5183188" cy="40939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36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517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163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000"/>
            <a:ext cx="3932237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97139"/>
            <a:ext cx="6172200" cy="541513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6000"/>
            <a:ext cx="3932237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368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508000"/>
            <a:ext cx="3932237" cy="1778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97139"/>
            <a:ext cx="6172200" cy="541513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286000"/>
            <a:ext cx="3932237" cy="42350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59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3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05694"/>
            <a:ext cx="2628900" cy="64575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05694"/>
            <a:ext cx="7734300" cy="64575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561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05695"/>
            <a:ext cx="10515600" cy="14728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28472"/>
            <a:ext cx="10515600" cy="4834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062612"/>
            <a:ext cx="27432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41FA23-7FAB-49FF-80E6-A6E77FA1666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062612"/>
            <a:ext cx="41148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062612"/>
            <a:ext cx="2743200" cy="4056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CDB0BD-9A87-49D2-AA3F-97B30F23491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912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6DEC8B05-6585-84BE-6578-5A95CB72A1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4"/>
          <a:stretch>
            <a:fillRect/>
          </a:stretch>
        </p:blipFill>
        <p:spPr>
          <a:xfrm>
            <a:off x="6348760" y="0"/>
            <a:ext cx="5843239" cy="621494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2E7E02A-61A5-BA99-A44F-57EF6EC32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408449" cy="51477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2287223-1ED4-495C-9C6E-FF26C957BF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883" y="2344920"/>
            <a:ext cx="3826234" cy="5275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1320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1235-1899-B522-0CBE-17494F12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9672BBE-1CDC-1E55-4477-D66886F31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36995" cy="59985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7C8186-2F24-1203-6B06-6D193CA86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712" y="0"/>
            <a:ext cx="5372566" cy="564690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B1A4F8-435C-4821-62E9-46A67294D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670" y="0"/>
            <a:ext cx="4256330" cy="548539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A55454D-1079-6925-2A8E-AE78034D0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247" y="3810000"/>
            <a:ext cx="2780343" cy="3833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0231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企进</dc:creator>
  <cp:lastModifiedBy>企进</cp:lastModifiedBy>
  <cp:revision>1</cp:revision>
  <dcterms:created xsi:type="dcterms:W3CDTF">2026-05-08T06:16:30Z</dcterms:created>
  <dcterms:modified xsi:type="dcterms:W3CDTF">2026-05-08T07:02:39Z</dcterms:modified>
</cp:coreProperties>
</file>